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6459200" cy="21945600"/>
  <p:notesSz cx="6858000" cy="9144000"/>
  <p:embeddedFontLst>
    <p:embeddedFont>
      <p:font typeface="Open Sans Bold" charset="1" panose="020B0806030504020204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6459200" cy="21945600"/>
          </a:xfrm>
          <a:custGeom>
            <a:avLst/>
            <a:gdLst/>
            <a:ahLst/>
            <a:cxnLst/>
            <a:rect r="r" b="b" t="t" l="l"/>
            <a:pathLst>
              <a:path h="21945600" w="16459200">
                <a:moveTo>
                  <a:pt x="0" y="0"/>
                </a:moveTo>
                <a:lnTo>
                  <a:pt x="16459200" y="0"/>
                </a:lnTo>
                <a:lnTo>
                  <a:pt x="16459200" y="21945600"/>
                </a:lnTo>
                <a:lnTo>
                  <a:pt x="0" y="2194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708" t="-781" r="-17708" b="-78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82882" y="0"/>
            <a:ext cx="17638192" cy="23241324"/>
            <a:chOff x="0" y="0"/>
            <a:chExt cx="2903406" cy="38257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03406" cy="3825732"/>
            </a:xfrm>
            <a:custGeom>
              <a:avLst/>
              <a:gdLst/>
              <a:ahLst/>
              <a:cxnLst/>
              <a:rect r="r" b="b" t="t" l="l"/>
              <a:pathLst>
                <a:path h="3825732" w="2903406">
                  <a:moveTo>
                    <a:pt x="35553" y="0"/>
                  </a:moveTo>
                  <a:lnTo>
                    <a:pt x="2867853" y="0"/>
                  </a:lnTo>
                  <a:cubicBezTo>
                    <a:pt x="2887488" y="0"/>
                    <a:pt x="2903406" y="15918"/>
                    <a:pt x="2903406" y="35553"/>
                  </a:cubicBezTo>
                  <a:lnTo>
                    <a:pt x="2903406" y="3790179"/>
                  </a:lnTo>
                  <a:cubicBezTo>
                    <a:pt x="2903406" y="3809815"/>
                    <a:pt x="2887488" y="3825732"/>
                    <a:pt x="2867853" y="3825732"/>
                  </a:cubicBezTo>
                  <a:lnTo>
                    <a:pt x="35553" y="3825732"/>
                  </a:lnTo>
                  <a:cubicBezTo>
                    <a:pt x="26124" y="3825732"/>
                    <a:pt x="17081" y="3821986"/>
                    <a:pt x="10413" y="3815319"/>
                  </a:cubicBezTo>
                  <a:cubicBezTo>
                    <a:pt x="3746" y="3808652"/>
                    <a:pt x="0" y="3799608"/>
                    <a:pt x="0" y="3790179"/>
                  </a:cubicBezTo>
                  <a:lnTo>
                    <a:pt x="0" y="35553"/>
                  </a:lnTo>
                  <a:cubicBezTo>
                    <a:pt x="0" y="15918"/>
                    <a:pt x="15918" y="0"/>
                    <a:pt x="35553" y="0"/>
                  </a:cubicBezTo>
                  <a:close/>
                </a:path>
              </a:pathLst>
            </a:custGeom>
            <a:solidFill>
              <a:srgbClr val="102631">
                <a:alpha val="5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903406" cy="38733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005041" y="1499722"/>
            <a:ext cx="2962780" cy="2962780"/>
          </a:xfrm>
          <a:custGeom>
            <a:avLst/>
            <a:gdLst/>
            <a:ahLst/>
            <a:cxnLst/>
            <a:rect r="r" b="b" t="t" l="l"/>
            <a:pathLst>
              <a:path h="2962780" w="2962780">
                <a:moveTo>
                  <a:pt x="0" y="0"/>
                </a:moveTo>
                <a:lnTo>
                  <a:pt x="2962780" y="0"/>
                </a:lnTo>
                <a:lnTo>
                  <a:pt x="2962780" y="2962780"/>
                </a:lnTo>
                <a:lnTo>
                  <a:pt x="0" y="296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501" y="19416142"/>
            <a:ext cx="14606197" cy="5387651"/>
            <a:chOff x="0" y="0"/>
            <a:chExt cx="2404312" cy="8868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04312" cy="886856"/>
            </a:xfrm>
            <a:custGeom>
              <a:avLst/>
              <a:gdLst/>
              <a:ahLst/>
              <a:cxnLst/>
              <a:rect r="r" b="b" t="t" l="l"/>
              <a:pathLst>
                <a:path h="886856" w="2404312">
                  <a:moveTo>
                    <a:pt x="42934" y="0"/>
                  </a:moveTo>
                  <a:lnTo>
                    <a:pt x="2361379" y="0"/>
                  </a:lnTo>
                  <a:cubicBezTo>
                    <a:pt x="2385090" y="0"/>
                    <a:pt x="2404312" y="19222"/>
                    <a:pt x="2404312" y="42934"/>
                  </a:cubicBezTo>
                  <a:lnTo>
                    <a:pt x="2404312" y="843923"/>
                  </a:lnTo>
                  <a:cubicBezTo>
                    <a:pt x="2404312" y="867634"/>
                    <a:pt x="2385090" y="886856"/>
                    <a:pt x="2361379" y="886856"/>
                  </a:cubicBezTo>
                  <a:lnTo>
                    <a:pt x="42934" y="886856"/>
                  </a:lnTo>
                  <a:cubicBezTo>
                    <a:pt x="19222" y="886856"/>
                    <a:pt x="0" y="867634"/>
                    <a:pt x="0" y="843923"/>
                  </a:cubicBezTo>
                  <a:lnTo>
                    <a:pt x="0" y="42934"/>
                  </a:lnTo>
                  <a:cubicBezTo>
                    <a:pt x="0" y="19222"/>
                    <a:pt x="19222" y="0"/>
                    <a:pt x="42934" y="0"/>
                  </a:cubicBezTo>
                  <a:close/>
                </a:path>
              </a:pathLst>
            </a:custGeom>
            <a:solidFill>
              <a:srgbClr val="D7AB2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2404312" cy="9535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239006" y="5628941"/>
            <a:ext cx="1794417" cy="2588260"/>
            <a:chOff x="0" y="0"/>
            <a:chExt cx="556396" cy="8025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6396" cy="802544"/>
            </a:xfrm>
            <a:custGeom>
              <a:avLst/>
              <a:gdLst/>
              <a:ahLst/>
              <a:cxnLst/>
              <a:rect r="r" b="b" t="t" l="l"/>
              <a:pathLst>
                <a:path h="802544" w="556396">
                  <a:moveTo>
                    <a:pt x="278198" y="802544"/>
                  </a:moveTo>
                  <a:lnTo>
                    <a:pt x="0" y="396144"/>
                  </a:lnTo>
                  <a:lnTo>
                    <a:pt x="203200" y="396144"/>
                  </a:lnTo>
                  <a:lnTo>
                    <a:pt x="203200" y="0"/>
                  </a:lnTo>
                  <a:lnTo>
                    <a:pt x="353196" y="0"/>
                  </a:lnTo>
                  <a:lnTo>
                    <a:pt x="353196" y="396144"/>
                  </a:lnTo>
                  <a:lnTo>
                    <a:pt x="556396" y="396144"/>
                  </a:lnTo>
                  <a:lnTo>
                    <a:pt x="278198" y="8025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47625"/>
              <a:ext cx="149996" cy="748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3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337993" y="8960151"/>
            <a:ext cx="7596444" cy="7596444"/>
          </a:xfrm>
          <a:custGeom>
            <a:avLst/>
            <a:gdLst/>
            <a:ahLst/>
            <a:cxnLst/>
            <a:rect r="r" b="b" t="t" l="l"/>
            <a:pathLst>
              <a:path h="7596444" w="7596444">
                <a:moveTo>
                  <a:pt x="0" y="0"/>
                </a:moveTo>
                <a:lnTo>
                  <a:pt x="7596443" y="0"/>
                </a:lnTo>
                <a:lnTo>
                  <a:pt x="7596443" y="7596444"/>
                </a:lnTo>
                <a:lnTo>
                  <a:pt x="0" y="7596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84391" y="1474470"/>
            <a:ext cx="11894142" cy="1506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38"/>
              </a:lnSpc>
              <a:spcBef>
                <a:spcPct val="0"/>
              </a:spcBef>
            </a:pPr>
            <a:r>
              <a:rPr lang="en-US" b="true" sz="88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REGISTRO DE VISITAS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946" y="2857287"/>
            <a:ext cx="10767034" cy="116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2"/>
              </a:lnSpc>
              <a:spcBef>
                <a:spcPct val="0"/>
              </a:spcBef>
            </a:pPr>
            <a:r>
              <a:rPr lang="en-US" b="true" sz="6851">
                <a:solidFill>
                  <a:srgbClr val="D7AB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!ACCESO RÁPIDO AQUÍ¡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1528" y="20194905"/>
            <a:ext cx="13291752" cy="95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88"/>
              </a:lnSpc>
            </a:pPr>
            <a:r>
              <a:rPr lang="en-US" sz="5634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!Escanea con la camara de tu celular!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8239" y="18127561"/>
            <a:ext cx="15042722" cy="54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9"/>
              </a:lnSpc>
              <a:spcBef>
                <a:spcPct val="0"/>
              </a:spcBef>
            </a:pPr>
            <a:r>
              <a:rPr lang="en-US" b="true" sz="3213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https://juancarlospalaciosavila123.github.io/PaginaWeb_VisitasModelo/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DAG39CQ1JwQ</dc:identifier>
  <dcterms:modified xsi:type="dcterms:W3CDTF">2011-08-01T06:04:30Z</dcterms:modified>
  <cp:revision>1</cp:revision>
  <dc:title>Sistema de Registro y Acceso de Visitas Acceso Rapido</dc:title>
</cp:coreProperties>
</file>