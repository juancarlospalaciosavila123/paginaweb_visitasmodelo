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6459200" cy="21945600"/>
  <p:notesSz cx="6858000" cy="9144000"/>
  <p:embeddedFontLst>
    <p:embeddedFont>
      <p:font typeface="Open Sans Bold" charset="1" panose="020B0806030504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6459200" cy="21945600"/>
          </a:xfrm>
          <a:custGeom>
            <a:avLst/>
            <a:gdLst/>
            <a:ahLst/>
            <a:cxnLst/>
            <a:rect r="r" b="b" t="t" l="l"/>
            <a:pathLst>
              <a:path h="21945600" w="16459200">
                <a:moveTo>
                  <a:pt x="0" y="0"/>
                </a:moveTo>
                <a:lnTo>
                  <a:pt x="16459200" y="0"/>
                </a:lnTo>
                <a:lnTo>
                  <a:pt x="16459200" y="21945600"/>
                </a:lnTo>
                <a:lnTo>
                  <a:pt x="0" y="2194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708" t="-781" r="-17708" b="-78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2417" y="-647862"/>
            <a:ext cx="18572048" cy="23241324"/>
            <a:chOff x="0" y="0"/>
            <a:chExt cx="3057127" cy="38257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57127" cy="3825732"/>
            </a:xfrm>
            <a:custGeom>
              <a:avLst/>
              <a:gdLst/>
              <a:ahLst/>
              <a:cxnLst/>
              <a:rect r="r" b="b" t="t" l="l"/>
              <a:pathLst>
                <a:path h="3825732" w="3057127">
                  <a:moveTo>
                    <a:pt x="33766" y="0"/>
                  </a:moveTo>
                  <a:lnTo>
                    <a:pt x="3023362" y="0"/>
                  </a:lnTo>
                  <a:cubicBezTo>
                    <a:pt x="3032317" y="0"/>
                    <a:pt x="3040905" y="3557"/>
                    <a:pt x="3047237" y="9890"/>
                  </a:cubicBezTo>
                  <a:cubicBezTo>
                    <a:pt x="3053570" y="16222"/>
                    <a:pt x="3057127" y="24810"/>
                    <a:pt x="3057127" y="33766"/>
                  </a:cubicBezTo>
                  <a:lnTo>
                    <a:pt x="3057127" y="3791967"/>
                  </a:lnTo>
                  <a:cubicBezTo>
                    <a:pt x="3057127" y="3810615"/>
                    <a:pt x="3042010" y="3825732"/>
                    <a:pt x="3023362" y="3825732"/>
                  </a:cubicBezTo>
                  <a:lnTo>
                    <a:pt x="33766" y="3825732"/>
                  </a:lnTo>
                  <a:cubicBezTo>
                    <a:pt x="15117" y="3825732"/>
                    <a:pt x="0" y="3810615"/>
                    <a:pt x="0" y="3791967"/>
                  </a:cubicBezTo>
                  <a:lnTo>
                    <a:pt x="0" y="33766"/>
                  </a:lnTo>
                  <a:cubicBezTo>
                    <a:pt x="0" y="15117"/>
                    <a:pt x="15117" y="0"/>
                    <a:pt x="33766" y="0"/>
                  </a:cubicBezTo>
                  <a:close/>
                </a:path>
              </a:pathLst>
            </a:custGeom>
            <a:solidFill>
              <a:srgbClr val="102631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057127" cy="387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331890" y="1075495"/>
            <a:ext cx="2962780" cy="2962780"/>
          </a:xfrm>
          <a:custGeom>
            <a:avLst/>
            <a:gdLst/>
            <a:ahLst/>
            <a:cxnLst/>
            <a:rect r="r" b="b" t="t" l="l"/>
            <a:pathLst>
              <a:path h="2962780" w="2962780">
                <a:moveTo>
                  <a:pt x="0" y="0"/>
                </a:moveTo>
                <a:lnTo>
                  <a:pt x="2962780" y="0"/>
                </a:lnTo>
                <a:lnTo>
                  <a:pt x="2962780" y="2962780"/>
                </a:lnTo>
                <a:lnTo>
                  <a:pt x="0" y="2962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344444" y="5336203"/>
            <a:ext cx="18151813" cy="7685067"/>
            <a:chOff x="0" y="0"/>
            <a:chExt cx="2987953" cy="12650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87953" cy="1265032"/>
            </a:xfrm>
            <a:custGeom>
              <a:avLst/>
              <a:gdLst/>
              <a:ahLst/>
              <a:cxnLst/>
              <a:rect r="r" b="b" t="t" l="l"/>
              <a:pathLst>
                <a:path h="1265032" w="2987953">
                  <a:moveTo>
                    <a:pt x="34547" y="0"/>
                  </a:moveTo>
                  <a:lnTo>
                    <a:pt x="2953405" y="0"/>
                  </a:lnTo>
                  <a:cubicBezTo>
                    <a:pt x="2962568" y="0"/>
                    <a:pt x="2971355" y="3640"/>
                    <a:pt x="2977834" y="10119"/>
                  </a:cubicBezTo>
                  <a:cubicBezTo>
                    <a:pt x="2984313" y="16598"/>
                    <a:pt x="2987953" y="25385"/>
                    <a:pt x="2987953" y="34547"/>
                  </a:cubicBezTo>
                  <a:lnTo>
                    <a:pt x="2987953" y="1230484"/>
                  </a:lnTo>
                  <a:cubicBezTo>
                    <a:pt x="2987953" y="1239647"/>
                    <a:pt x="2984313" y="1248434"/>
                    <a:pt x="2977834" y="1254913"/>
                  </a:cubicBezTo>
                  <a:cubicBezTo>
                    <a:pt x="2971355" y="1261392"/>
                    <a:pt x="2962568" y="1265032"/>
                    <a:pt x="2953405" y="1265032"/>
                  </a:cubicBezTo>
                  <a:lnTo>
                    <a:pt x="34547" y="1265032"/>
                  </a:lnTo>
                  <a:cubicBezTo>
                    <a:pt x="25385" y="1265032"/>
                    <a:pt x="16598" y="1261392"/>
                    <a:pt x="10119" y="1254913"/>
                  </a:cubicBezTo>
                  <a:cubicBezTo>
                    <a:pt x="3640" y="1248434"/>
                    <a:pt x="0" y="1239647"/>
                    <a:pt x="0" y="1230484"/>
                  </a:cubicBezTo>
                  <a:lnTo>
                    <a:pt x="0" y="34547"/>
                  </a:lnTo>
                  <a:cubicBezTo>
                    <a:pt x="0" y="25385"/>
                    <a:pt x="3640" y="16598"/>
                    <a:pt x="10119" y="10119"/>
                  </a:cubicBezTo>
                  <a:cubicBezTo>
                    <a:pt x="16598" y="3640"/>
                    <a:pt x="25385" y="0"/>
                    <a:pt x="34547" y="0"/>
                  </a:cubicBezTo>
                  <a:close/>
                </a:path>
              </a:pathLst>
            </a:custGeom>
            <a:solidFill>
              <a:srgbClr val="315263">
                <a:alpha val="84706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987953" cy="1312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2000" y="9156901"/>
            <a:ext cx="1483920" cy="1483920"/>
          </a:xfrm>
          <a:custGeom>
            <a:avLst/>
            <a:gdLst/>
            <a:ahLst/>
            <a:cxnLst/>
            <a:rect r="r" b="b" t="t" l="l"/>
            <a:pathLst>
              <a:path h="1483920" w="1483920">
                <a:moveTo>
                  <a:pt x="0" y="0"/>
                </a:moveTo>
                <a:lnTo>
                  <a:pt x="1483920" y="0"/>
                </a:lnTo>
                <a:lnTo>
                  <a:pt x="1483920" y="1483920"/>
                </a:lnTo>
                <a:lnTo>
                  <a:pt x="0" y="1483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2342" y="11477700"/>
            <a:ext cx="1295263" cy="1295263"/>
          </a:xfrm>
          <a:custGeom>
            <a:avLst/>
            <a:gdLst/>
            <a:ahLst/>
            <a:cxnLst/>
            <a:rect r="r" b="b" t="t" l="l"/>
            <a:pathLst>
              <a:path h="1295263" w="1295263">
                <a:moveTo>
                  <a:pt x="0" y="0"/>
                </a:moveTo>
                <a:lnTo>
                  <a:pt x="1295264" y="0"/>
                </a:lnTo>
                <a:lnTo>
                  <a:pt x="1295264" y="1295263"/>
                </a:lnTo>
                <a:lnTo>
                  <a:pt x="0" y="1295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62342" y="7198789"/>
            <a:ext cx="1219481" cy="1219481"/>
          </a:xfrm>
          <a:custGeom>
            <a:avLst/>
            <a:gdLst/>
            <a:ahLst/>
            <a:cxnLst/>
            <a:rect r="r" b="b" t="t" l="l"/>
            <a:pathLst>
              <a:path h="1219481" w="1219481">
                <a:moveTo>
                  <a:pt x="0" y="0"/>
                </a:moveTo>
                <a:lnTo>
                  <a:pt x="1219481" y="0"/>
                </a:lnTo>
                <a:lnTo>
                  <a:pt x="1219481" y="1219481"/>
                </a:lnTo>
                <a:lnTo>
                  <a:pt x="0" y="12194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26439" y="14830807"/>
            <a:ext cx="1190053" cy="1190053"/>
          </a:xfrm>
          <a:custGeom>
            <a:avLst/>
            <a:gdLst/>
            <a:ahLst/>
            <a:cxnLst/>
            <a:rect r="r" b="b" t="t" l="l"/>
            <a:pathLst>
              <a:path h="1190053" w="1190053">
                <a:moveTo>
                  <a:pt x="0" y="0"/>
                </a:moveTo>
                <a:lnTo>
                  <a:pt x="1190053" y="0"/>
                </a:lnTo>
                <a:lnTo>
                  <a:pt x="1190053" y="1190053"/>
                </a:lnTo>
                <a:lnTo>
                  <a:pt x="0" y="11900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26501" y="19416142"/>
            <a:ext cx="14606197" cy="5387651"/>
            <a:chOff x="0" y="0"/>
            <a:chExt cx="2404312" cy="886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04312" cy="886856"/>
            </a:xfrm>
            <a:custGeom>
              <a:avLst/>
              <a:gdLst/>
              <a:ahLst/>
              <a:cxnLst/>
              <a:rect r="r" b="b" t="t" l="l"/>
              <a:pathLst>
                <a:path h="886856" w="2404312">
                  <a:moveTo>
                    <a:pt x="42934" y="0"/>
                  </a:moveTo>
                  <a:lnTo>
                    <a:pt x="2361379" y="0"/>
                  </a:lnTo>
                  <a:cubicBezTo>
                    <a:pt x="2385090" y="0"/>
                    <a:pt x="2404312" y="19222"/>
                    <a:pt x="2404312" y="42934"/>
                  </a:cubicBezTo>
                  <a:lnTo>
                    <a:pt x="2404312" y="843923"/>
                  </a:lnTo>
                  <a:cubicBezTo>
                    <a:pt x="2404312" y="867634"/>
                    <a:pt x="2385090" y="886856"/>
                    <a:pt x="2361379" y="886856"/>
                  </a:cubicBezTo>
                  <a:lnTo>
                    <a:pt x="42934" y="886856"/>
                  </a:lnTo>
                  <a:cubicBezTo>
                    <a:pt x="19222" y="886856"/>
                    <a:pt x="0" y="867634"/>
                    <a:pt x="0" y="843923"/>
                  </a:cubicBezTo>
                  <a:lnTo>
                    <a:pt x="0" y="42934"/>
                  </a:lnTo>
                  <a:cubicBezTo>
                    <a:pt x="0" y="19222"/>
                    <a:pt x="19222" y="0"/>
                    <a:pt x="42934" y="0"/>
                  </a:cubicBezTo>
                  <a:close/>
                </a:path>
              </a:pathLst>
            </a:custGeom>
            <a:solidFill>
              <a:srgbClr val="D7AB2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404312" cy="953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31475" y="17375887"/>
            <a:ext cx="1190053" cy="1190053"/>
          </a:xfrm>
          <a:custGeom>
            <a:avLst/>
            <a:gdLst/>
            <a:ahLst/>
            <a:cxnLst/>
            <a:rect r="r" b="b" t="t" l="l"/>
            <a:pathLst>
              <a:path h="1190053" w="1190053">
                <a:moveTo>
                  <a:pt x="0" y="0"/>
                </a:moveTo>
                <a:lnTo>
                  <a:pt x="1190053" y="0"/>
                </a:lnTo>
                <a:lnTo>
                  <a:pt x="1190053" y="1190053"/>
                </a:lnTo>
                <a:lnTo>
                  <a:pt x="0" y="1190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87903" y="363685"/>
            <a:ext cx="12287118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  <a:spcBef>
                <a:spcPct val="0"/>
              </a:spcBef>
            </a:pPr>
            <a:r>
              <a:rPr lang="en-US" b="true" sz="6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Manua</a:t>
            </a:r>
            <a:r>
              <a:rPr lang="en-US" b="true" sz="6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 de Usuario: Sistema   de Registro y Acceso de Visitas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52720" y="2695250"/>
            <a:ext cx="10008681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Guía Rápida para Seguridad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0" y="1729426"/>
            <a:ext cx="2704106" cy="3606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88"/>
              </a:lnSpc>
              <a:spcBef>
                <a:spcPct val="0"/>
              </a:spcBef>
            </a:pPr>
            <a:r>
              <a:rPr lang="en-US" b="true" sz="21063">
                <a:solidFill>
                  <a:srgbClr val="D7AB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52720" y="3527100"/>
            <a:ext cx="10522301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D7AB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Pasos para un Acceso Exitoso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6439" y="5696102"/>
            <a:ext cx="9054153" cy="102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1"/>
              </a:lnSpc>
              <a:spcBef>
                <a:spcPct val="0"/>
              </a:spcBef>
            </a:pPr>
            <a:r>
              <a:rPr lang="en-US" b="true" sz="60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 CASETA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59820" y="7555410"/>
            <a:ext cx="1333017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Solicitar </a:t>
            </a: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 visitante su Pase de Acceso IMPRESO.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09617" y="8589720"/>
            <a:ext cx="13330172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Verificar la Imag</a:t>
            </a: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 Principal del pase: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✅ Acceso Peatonal: Permitir paso a Recepción.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✅ Acceso Vehicular: Permitir paso a Recepción.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❌ Acceso Denegado: NO PERMITIR INGRESO. Informar al visitante que contacte a su Anfitrión.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15631" y="11789751"/>
            <a:ext cx="1333017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 está aprobado, dirigir al visitante a Recepción.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3714" y="13383220"/>
            <a:ext cx="9054153" cy="102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1"/>
              </a:lnSpc>
              <a:spcBef>
                <a:spcPct val="0"/>
              </a:spcBef>
            </a:pPr>
            <a:r>
              <a:rPr lang="en-US" b="true" sz="60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 RECEPC</a:t>
            </a:r>
            <a:r>
              <a:rPr lang="en-US" b="true" sz="60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63195" y="14535532"/>
            <a:ext cx="13386717" cy="230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Solicitar al visitante los 3 documentos obligatorios: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Pase de Acceso IMPRESO.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Identificación Oficial vigente.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Comprobante de NSS o SUA.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6563" y="19854292"/>
            <a:ext cx="13386717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informar al visitante que debe esperar a su Anfitrión Y NO PERMITIR que el visitante pase de Recepción hasta que el Anfitrión llegue a recogerlo.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63195" y="17309212"/>
            <a:ext cx="13084203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Validar que los datos del p</a:t>
            </a:r>
            <a:r>
              <a:rPr lang="en-US" sz="3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ase coincidan con la identificación. Si todo es correcto, sellar el Pase de Acceso.</a:t>
            </a:r>
          </a:p>
          <a:p>
            <a:pPr algn="l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DAG38iO5b2A</dc:identifier>
  <dcterms:modified xsi:type="dcterms:W3CDTF">2011-08-01T06:04:30Z</dcterms:modified>
  <cp:revision>1</cp:revision>
  <dc:title>Manual de Usuario: Sistema de Registro y Acceso de Visitas Guia Rapida Personal de Seguridad</dc:title>
</cp:coreProperties>
</file>